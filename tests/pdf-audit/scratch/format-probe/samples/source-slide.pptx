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69EE29-3DC0-4CF7-8535-119938A5C2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1FDB76-3C96-4913-84EF-9092E62CD51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演示标题：格式滤镜探测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160000"/>
            <a:ext cx="79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要点一：中文内容测试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要点二：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English words 12345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